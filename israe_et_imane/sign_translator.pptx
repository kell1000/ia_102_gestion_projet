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F280EB-526A-AAF8-7A37-87352E8E34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8C39635-7BCC-D625-836C-1112B9D42E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919847-6C2C-A11E-C4F6-EEA673766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0D34-1710-4311-A80B-4B7AA96E831A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5CA7FF-9A63-A596-68B3-FCDB88E6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DB4CE3-E48D-6197-F574-FE442C087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DABA-E6F7-4F03-B9D0-3384197CEC0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36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31EF8-2A4F-7907-79BC-5307C7ECA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67A92E-43DA-02CA-4948-229236188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B7E4F0-9407-C046-0C1A-2E4026DC6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0D34-1710-4311-A80B-4B7AA96E831A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CB38E2-9476-13F3-4FF1-A104DD91D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BD6AF8-06B5-136E-87FF-78F06450A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DABA-E6F7-4F03-B9D0-3384197CEC0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85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2CDA75-D8CA-7522-5726-B825EAB3D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3BD2F37-F9B4-8921-18C8-127DFA5D7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816017-74E0-2539-0E27-0F4A19D40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0D34-1710-4311-A80B-4B7AA96E831A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D70991-3010-28C0-3FE3-47AC8D694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2DB65A-B223-6CAE-C6FE-853380F2D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DABA-E6F7-4F03-B9D0-3384197CEC0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63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4A17D3-946D-E481-B077-CEE6042DA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BD2DD3-D924-B8FA-1D30-E484CE595A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0657B98-5242-97B7-FD20-C6F9BC360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E578A8C-5CA4-BF8C-6176-6259544B5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0D34-1710-4311-A80B-4B7AA96E831A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AA9D6CD-BF24-BEA2-0E1E-0445CC85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ED96053-F2C2-EB0D-0B90-49A259466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DABA-E6F7-4F03-B9D0-3384197CEC0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675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78A7CE-09AA-67C9-9AE5-31D71DA50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5B36C2A-3007-78C6-E44C-44C956802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AE1F95A-BB52-BE1D-DA36-06E272075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EF5C5C2-FDAD-1FA4-3703-DB8DE5E15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FB383F7-EF63-DBBE-DF39-876FE069A8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018B64C-ABCF-BC61-BC6B-D955B3ABA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0D34-1710-4311-A80B-4B7AA96E831A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3E0CFCB-5285-129B-AC77-00D18F7C3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B13FA46-80DB-FF6C-2118-09972538D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DABA-E6F7-4F03-B9D0-3384197CEC0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054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047C54-D7E6-08D3-C26C-20659F091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44FC2D7-57C1-4B33-9FFD-AB02F1D4F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0D34-1710-4311-A80B-4B7AA96E831A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2C4F7C9-A187-9F64-4D59-96ED4F5EA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572FA6B-680A-924C-6595-AB8A253D4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DABA-E6F7-4F03-B9D0-3384197CEC0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123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64AC9C3-D6D6-70D0-9C67-0A6DE8503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0D34-1710-4311-A80B-4B7AA96E831A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A17257D-E9A6-C830-1F6A-9F255B5A0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9587FD8-EDB6-8D50-9C74-33A5B16E6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DABA-E6F7-4F03-B9D0-3384197CEC0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36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1A5E21-983B-CD50-0163-44DBB5692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C60045-07B3-C28C-9945-D77B63BFA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5E0479B-36E6-0D69-6F3C-29E129349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35E4F02-5948-3ECF-D8E6-AB48CCFCF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0D34-1710-4311-A80B-4B7AA96E831A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281AFD6-1D75-867D-231F-05258251F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09A4EA2-2855-A40A-120B-BD4834C79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DABA-E6F7-4F03-B9D0-3384197CEC0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991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1D6C45-9674-6C8F-3E6F-11828444A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88EB3FB-0BDE-F486-CC92-2703AE86D7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05A9FEC-4F4B-C719-06BE-9C8BBC1DB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92C15F-3F3D-0EFB-2F3E-99F60A7DA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0D34-1710-4311-A80B-4B7AA96E831A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4E9B5A3-98B9-A417-212A-F627FD21E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F143D46-D8C7-BF7C-5A03-FA8204F9E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DABA-E6F7-4F03-B9D0-3384197CEC0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024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F45271-1661-B06B-386F-2DBA2487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9869AC3-4805-D257-65B8-B5FBB9B37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8C5CCC-C3D9-4663-3DF6-8D392550B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0D34-1710-4311-A80B-4B7AA96E831A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24CC02-8C7D-5AE4-AD31-EEFFAB553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E291E3-0015-123E-88B3-5BD851E91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DABA-E6F7-4F03-B9D0-3384197CEC0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291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A909393-9AD7-4757-D9F4-AFE2CB6138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40DA0AB-D92C-B130-E961-451D3E216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18799D-C412-F6D4-95FF-4B0682420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0D34-1710-4311-A80B-4B7AA96E831A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8E71CF-4F71-A778-1A49-3324E8E92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71BE7A-6567-EAB7-0383-5CCD53739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DABA-E6F7-4F03-B9D0-3384197CEC0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079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3168DE8-9C1C-4B03-CC1B-92821F578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BEB90C2-5656-42B2-E34E-F80650C4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F24EA3-9A76-BE3A-5FD7-79842471A6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20D34-1710-4311-A80B-4B7AA96E831A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6BEAEA-10DA-97C1-F4E3-6EFE855DC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F16988-4FE1-BC86-5910-BD47A48BC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AADABA-E6F7-4F03-B9D0-3384197CEC0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630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BD7E0-5565-AB5C-C146-B4088F2AE1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04F8E71-C4E6-19A4-6B2B-4BFB149BD4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D1A99E8-5663-00C4-8B53-6BC654690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396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412875-8A86-3A62-913F-9D401110F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3E90F8B-0A49-1992-9EE3-1A40E9AB69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985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5DB5EE-843C-3DDC-9D1E-0EFBC9A99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AB32B2B-0072-8FA8-4905-63AF9AA440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229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886751-A125-2D7D-4E26-B642D1935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75D515D2-3B9A-78D6-67A4-96265CAB9A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917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0591B5-B317-FC0D-21C5-B9DF1792B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0543AA0-52D8-0DCB-D830-8BCC4FCD90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725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CBA92D8-9F0E-3CAB-F6C2-12315E0A69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57" y="114323"/>
            <a:ext cx="11898086" cy="6937047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B2208704-9E5C-D8C0-5CAB-01EDDE118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548" y="2522259"/>
            <a:ext cx="2615411" cy="2060627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2BC86282-A70E-2B42-024E-14B0AC2DA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684" y="2522258"/>
            <a:ext cx="2615411" cy="206062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7B5FD061-D881-3C61-3440-5FD9F392C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9953" y="2552534"/>
            <a:ext cx="2615411" cy="2060627"/>
          </a:xfrm>
          <a:prstGeom prst="rect">
            <a:avLst/>
          </a:prstGeom>
        </p:spPr>
      </p:pic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090E7A3C-6C7F-191E-5F42-B338EBBB8024}"/>
              </a:ext>
            </a:extLst>
          </p:cNvPr>
          <p:cNvSpPr/>
          <p:nvPr/>
        </p:nvSpPr>
        <p:spPr>
          <a:xfrm>
            <a:off x="283029" y="2536371"/>
            <a:ext cx="2601684" cy="204651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0CBEEF3-15C5-BCA5-C3FC-05B1C1359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1A97811-AD7A-66C6-51C9-F3FFF41FA0F7}"/>
              </a:ext>
            </a:extLst>
          </p:cNvPr>
          <p:cNvSpPr txBox="1"/>
          <p:nvPr/>
        </p:nvSpPr>
        <p:spPr>
          <a:xfrm>
            <a:off x="359229" y="843240"/>
            <a:ext cx="103958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accent4">
                    <a:lumMod val="50000"/>
                  </a:schemeClr>
                </a:solidFill>
              </a:rPr>
              <a:t>Etape</a:t>
            </a:r>
            <a:r>
              <a:rPr lang="en-US" sz="4400" dirty="0">
                <a:solidFill>
                  <a:schemeClr val="accent4">
                    <a:lumMod val="50000"/>
                  </a:schemeClr>
                </a:solidFill>
              </a:rPr>
              <a:t> 1:          </a:t>
            </a:r>
            <a:r>
              <a:rPr lang="en-US" sz="4400" dirty="0" err="1">
                <a:solidFill>
                  <a:schemeClr val="accent4">
                    <a:lumMod val="50000"/>
                  </a:schemeClr>
                </a:solidFill>
              </a:rPr>
              <a:t>Etape</a:t>
            </a:r>
            <a:r>
              <a:rPr lang="en-US" sz="4400" dirty="0">
                <a:solidFill>
                  <a:schemeClr val="accent4">
                    <a:lumMod val="50000"/>
                  </a:schemeClr>
                </a:solidFill>
              </a:rPr>
              <a:t> 2: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22F6653-5891-B40D-3FDC-4E1D546F3263}"/>
              </a:ext>
            </a:extLst>
          </p:cNvPr>
          <p:cNvSpPr txBox="1"/>
          <p:nvPr/>
        </p:nvSpPr>
        <p:spPr>
          <a:xfrm>
            <a:off x="359229" y="2797629"/>
            <a:ext cx="2209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Capture </a:t>
            </a:r>
            <a:r>
              <a:rPr lang="en-US" sz="2800" dirty="0" err="1"/>
              <a:t>vidéo</a:t>
            </a:r>
            <a:r>
              <a:rPr lang="en-US" sz="2800" dirty="0"/>
              <a:t> via Webcam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2CA2264-943B-496E-9FE9-BEB37C0D635D}"/>
              </a:ext>
            </a:extLst>
          </p:cNvPr>
          <p:cNvSpPr txBox="1"/>
          <p:nvPr/>
        </p:nvSpPr>
        <p:spPr>
          <a:xfrm>
            <a:off x="3480824" y="2598002"/>
            <a:ext cx="2253341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Détection</a:t>
            </a:r>
            <a:r>
              <a:rPr lang="en-US" sz="2800" dirty="0"/>
              <a:t> de la main avec </a:t>
            </a:r>
            <a:r>
              <a:rPr lang="en-US" sz="2800" dirty="0" err="1"/>
              <a:t>MediaPipe</a:t>
            </a:r>
            <a:endParaRPr lang="en-US" sz="2800" dirty="0"/>
          </a:p>
          <a:p>
            <a:endParaRPr lang="en-US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9C18FDE-E48E-5555-C61F-8472DB3B790E}"/>
              </a:ext>
            </a:extLst>
          </p:cNvPr>
          <p:cNvSpPr txBox="1"/>
          <p:nvPr/>
        </p:nvSpPr>
        <p:spPr>
          <a:xfrm>
            <a:off x="6520544" y="843239"/>
            <a:ext cx="60034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accent4">
                    <a:lumMod val="50000"/>
                  </a:schemeClr>
                </a:solidFill>
              </a:rPr>
              <a:t>Etape</a:t>
            </a:r>
            <a:r>
              <a:rPr lang="en-US" sz="4400" dirty="0">
                <a:solidFill>
                  <a:schemeClr val="accent4">
                    <a:lumMod val="50000"/>
                  </a:schemeClr>
                </a:solidFill>
              </a:rPr>
              <a:t> 3:         </a:t>
            </a:r>
            <a:r>
              <a:rPr lang="en-US" sz="4400" dirty="0" err="1">
                <a:solidFill>
                  <a:schemeClr val="accent4">
                    <a:lumMod val="50000"/>
                  </a:schemeClr>
                </a:solidFill>
              </a:rPr>
              <a:t>Etape</a:t>
            </a:r>
            <a:r>
              <a:rPr lang="en-US" sz="4400" dirty="0">
                <a:solidFill>
                  <a:schemeClr val="accent4">
                    <a:lumMod val="50000"/>
                  </a:schemeClr>
                </a:solidFill>
              </a:rPr>
              <a:t> 4: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443FF9B-C521-EB88-310C-20EAD88FD5F4}"/>
              </a:ext>
            </a:extLst>
          </p:cNvPr>
          <p:cNvSpPr txBox="1"/>
          <p:nvPr/>
        </p:nvSpPr>
        <p:spPr>
          <a:xfrm>
            <a:off x="6411684" y="2797628"/>
            <a:ext cx="234042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Extraction de 21 Hand Landmarks</a:t>
            </a:r>
          </a:p>
          <a:p>
            <a:endParaRPr lang="en-US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2496B3E-78D7-0550-64CB-55F2D84AC3A5}"/>
              </a:ext>
            </a:extLst>
          </p:cNvPr>
          <p:cNvSpPr txBox="1"/>
          <p:nvPr/>
        </p:nvSpPr>
        <p:spPr>
          <a:xfrm>
            <a:off x="9231086" y="2736502"/>
            <a:ext cx="2514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Classification par </a:t>
            </a:r>
            <a:r>
              <a:rPr lang="en-US" sz="2800" dirty="0" err="1"/>
              <a:t>modèle</a:t>
            </a:r>
            <a:r>
              <a:rPr lang="en-US" sz="2800" dirty="0"/>
              <a:t> MLP</a:t>
            </a:r>
          </a:p>
        </p:txBody>
      </p:sp>
    </p:spTree>
    <p:extLst>
      <p:ext uri="{BB962C8B-B14F-4D97-AF65-F5344CB8AC3E}">
        <p14:creationId xmlns:p14="http://schemas.microsoft.com/office/powerpoint/2010/main" val="3895916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4F8A2-8FA2-36F1-DDE4-44D427D96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18538B3-D017-8ECB-B38A-BF55314F9E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57" y="67377"/>
            <a:ext cx="11898086" cy="6937047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E661708A-CA26-C50C-2732-3B23066E9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28" y="2398620"/>
            <a:ext cx="2615411" cy="206062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2D59164F-C1D8-DB95-A19A-F459C22D4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066" y="2398619"/>
            <a:ext cx="2615411" cy="2060627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D7C07B97-33EA-9BBC-0D00-DFA5B2E79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3477" y="2388542"/>
            <a:ext cx="2615411" cy="206062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3A4E50F-450F-AF5B-50E6-CC5F1E015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1793CDC-2266-6CA6-FB9D-6FBAF85EC4AC}"/>
              </a:ext>
            </a:extLst>
          </p:cNvPr>
          <p:cNvSpPr txBox="1"/>
          <p:nvPr/>
        </p:nvSpPr>
        <p:spPr>
          <a:xfrm>
            <a:off x="625928" y="848278"/>
            <a:ext cx="103958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accent4">
                    <a:lumMod val="50000"/>
                  </a:schemeClr>
                </a:solidFill>
              </a:rPr>
              <a:t>Etape</a:t>
            </a:r>
            <a:r>
              <a:rPr lang="en-US" sz="4400" dirty="0">
                <a:solidFill>
                  <a:schemeClr val="accent4">
                    <a:lumMod val="50000"/>
                  </a:schemeClr>
                </a:solidFill>
              </a:rPr>
              <a:t> 5:             </a:t>
            </a:r>
            <a:r>
              <a:rPr lang="en-US" sz="4400" dirty="0" err="1">
                <a:solidFill>
                  <a:schemeClr val="accent4">
                    <a:lumMod val="50000"/>
                  </a:schemeClr>
                </a:solidFill>
              </a:rPr>
              <a:t>Etape</a:t>
            </a:r>
            <a:r>
              <a:rPr lang="en-US" sz="4400" dirty="0">
                <a:solidFill>
                  <a:schemeClr val="accent4">
                    <a:lumMod val="50000"/>
                  </a:schemeClr>
                </a:solidFill>
              </a:rPr>
              <a:t> 6: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D136A2F-5F96-C45A-F576-25BD90942421}"/>
              </a:ext>
            </a:extLst>
          </p:cNvPr>
          <p:cNvSpPr txBox="1"/>
          <p:nvPr/>
        </p:nvSpPr>
        <p:spPr>
          <a:xfrm>
            <a:off x="359228" y="2662101"/>
            <a:ext cx="2209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Reconnaissance de la </a:t>
            </a:r>
            <a:r>
              <a:rPr lang="en-US" sz="2800" dirty="0" err="1"/>
              <a:t>lettre</a:t>
            </a:r>
            <a:endParaRPr lang="en-US" sz="28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094B473-3D32-1908-7243-DBF08F35F278}"/>
              </a:ext>
            </a:extLst>
          </p:cNvPr>
          <p:cNvSpPr txBox="1"/>
          <p:nvPr/>
        </p:nvSpPr>
        <p:spPr>
          <a:xfrm>
            <a:off x="4214132" y="2659129"/>
            <a:ext cx="204651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Affichage</a:t>
            </a:r>
            <a:r>
              <a:rPr lang="en-US" sz="2800" dirty="0"/>
              <a:t> du </a:t>
            </a:r>
            <a:r>
              <a:rPr lang="en-US" sz="2800" dirty="0" err="1"/>
              <a:t>texte</a:t>
            </a:r>
            <a:r>
              <a:rPr lang="en-US" sz="2800" dirty="0"/>
              <a:t> dans </a:t>
            </a:r>
            <a:r>
              <a:rPr lang="en-US" sz="2800" dirty="0" err="1"/>
              <a:t>l'application</a:t>
            </a:r>
            <a:endParaRPr lang="en-US" sz="2800" dirty="0"/>
          </a:p>
          <a:p>
            <a:endParaRPr lang="en-US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39E01E1-DAAA-46E1-6261-F943A51C9A34}"/>
              </a:ext>
            </a:extLst>
          </p:cNvPr>
          <p:cNvSpPr txBox="1"/>
          <p:nvPr/>
        </p:nvSpPr>
        <p:spPr>
          <a:xfrm>
            <a:off x="7810501" y="843239"/>
            <a:ext cx="44468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accent4">
                    <a:lumMod val="50000"/>
                  </a:schemeClr>
                </a:solidFill>
              </a:rPr>
              <a:t>Etape</a:t>
            </a:r>
            <a:r>
              <a:rPr lang="en-US" sz="4400" dirty="0">
                <a:solidFill>
                  <a:schemeClr val="accent4">
                    <a:lumMod val="50000"/>
                  </a:schemeClr>
                </a:solidFill>
              </a:rPr>
              <a:t> 7: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386D8D7-B651-5E15-250B-5A81A57DA364}"/>
              </a:ext>
            </a:extLst>
          </p:cNvPr>
          <p:cNvSpPr txBox="1"/>
          <p:nvPr/>
        </p:nvSpPr>
        <p:spPr>
          <a:xfrm>
            <a:off x="7905749" y="2659129"/>
            <a:ext cx="25118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Conversion </a:t>
            </a:r>
            <a:r>
              <a:rPr lang="en-US" sz="2800" dirty="0" err="1"/>
              <a:t>texte</a:t>
            </a:r>
            <a:r>
              <a:rPr lang="en-US" sz="2800" dirty="0"/>
              <a:t> → parole </a:t>
            </a:r>
          </a:p>
        </p:txBody>
      </p:sp>
    </p:spTree>
    <p:extLst>
      <p:ext uri="{BB962C8B-B14F-4D97-AF65-F5344CB8AC3E}">
        <p14:creationId xmlns:p14="http://schemas.microsoft.com/office/powerpoint/2010/main" val="2341593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01D8E27-0740-26E9-0B03-86F88AB97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21" y="130629"/>
            <a:ext cx="11761557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DB59905-327C-175E-57EE-0DA03B983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657E4166-CAD1-887D-82DF-2D09E71797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29925DD-37BC-0AEC-C179-532B47907374}"/>
              </a:ext>
            </a:extLst>
          </p:cNvPr>
          <p:cNvSpPr/>
          <p:nvPr/>
        </p:nvSpPr>
        <p:spPr>
          <a:xfrm>
            <a:off x="7228114" y="4276087"/>
            <a:ext cx="4299857" cy="10494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BF939CDE-8F03-B754-0731-F4A6CE639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8114" y="2077310"/>
            <a:ext cx="4310246" cy="859611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42CA4661-2806-9029-385D-E2F4FE7DEA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7725" y="3226683"/>
            <a:ext cx="4310246" cy="859611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98EE6B8A-F201-280D-7D71-2AE105B72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8114" y="1027906"/>
            <a:ext cx="4310246" cy="859611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42754B6B-09DA-D2D6-8329-D338B286F5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8114" y="5520168"/>
            <a:ext cx="4310246" cy="859611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63E6F675-C661-DD5D-6065-611AE98C9B71}"/>
              </a:ext>
            </a:extLst>
          </p:cNvPr>
          <p:cNvSpPr txBox="1"/>
          <p:nvPr/>
        </p:nvSpPr>
        <p:spPr>
          <a:xfrm>
            <a:off x="7443334" y="4300276"/>
            <a:ext cx="474866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chemeClr val="accent4">
                    <a:lumMod val="50000"/>
                  </a:schemeClr>
                </a:solidFill>
              </a:rPr>
              <a:t>MediaPipe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 + TensorFlow</a:t>
            </a:r>
          </a:p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Extraction des 21 landmarks et reconnaissance des </a:t>
            </a:r>
            <a:r>
              <a:rPr lang="en-US" sz="2000" b="1" dirty="0" err="1">
                <a:solidFill>
                  <a:schemeClr val="accent4">
                    <a:lumMod val="50000"/>
                  </a:schemeClr>
                </a:solidFill>
              </a:rPr>
              <a:t>signes</a:t>
            </a: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2816AF66-F587-EC11-D885-28247B5268F1}"/>
              </a:ext>
            </a:extLst>
          </p:cNvPr>
          <p:cNvSpPr txBox="1"/>
          <p:nvPr/>
        </p:nvSpPr>
        <p:spPr>
          <a:xfrm>
            <a:off x="7228114" y="5671457"/>
            <a:ext cx="4212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pyttsx3 : Conversion </a:t>
            </a:r>
            <a:r>
              <a:rPr lang="en-US" sz="2000" b="1" dirty="0" err="1">
                <a:solidFill>
                  <a:schemeClr val="accent4">
                    <a:lumMod val="50000"/>
                  </a:schemeClr>
                </a:solidFill>
              </a:rPr>
              <a:t>texte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 → parole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B513E678-8427-BC23-DE31-8E0B5581C868}"/>
              </a:ext>
            </a:extLst>
          </p:cNvPr>
          <p:cNvSpPr txBox="1"/>
          <p:nvPr/>
        </p:nvSpPr>
        <p:spPr>
          <a:xfrm>
            <a:off x="7228113" y="1143000"/>
            <a:ext cx="429985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PyQt5 : Développement de </a:t>
            </a:r>
            <a:r>
              <a:rPr lang="en-US" sz="2000" b="1" dirty="0" err="1">
                <a:solidFill>
                  <a:schemeClr val="accent4">
                    <a:lumMod val="50000"/>
                  </a:schemeClr>
                </a:solidFill>
              </a:rPr>
              <a:t>l’interface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accent4">
                    <a:lumMod val="50000"/>
                  </a:schemeClr>
                </a:solidFill>
              </a:rPr>
              <a:t>graphique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 desktop</a:t>
            </a:r>
          </a:p>
          <a:p>
            <a:endParaRPr lang="en-US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C0622ED-F8D9-85C6-4BA7-7BA8727B22A1}"/>
              </a:ext>
            </a:extLst>
          </p:cNvPr>
          <p:cNvSpPr txBox="1"/>
          <p:nvPr/>
        </p:nvSpPr>
        <p:spPr>
          <a:xfrm>
            <a:off x="7315200" y="2264229"/>
            <a:ext cx="412568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Python : </a:t>
            </a:r>
            <a:r>
              <a:rPr lang="en-US" sz="2000" b="1" dirty="0" err="1">
                <a:solidFill>
                  <a:schemeClr val="accent4">
                    <a:lumMod val="50000"/>
                  </a:schemeClr>
                </a:solidFill>
              </a:rPr>
              <a:t>Langage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 principal du </a:t>
            </a:r>
            <a:r>
              <a:rPr lang="en-US" sz="2000" b="1" dirty="0" err="1">
                <a:solidFill>
                  <a:schemeClr val="accent4">
                    <a:lumMod val="50000"/>
                  </a:schemeClr>
                </a:solidFill>
              </a:rPr>
              <a:t>projet</a:t>
            </a: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9A0AB983-BE49-6C9B-E248-2BDA25361FF7}"/>
              </a:ext>
            </a:extLst>
          </p:cNvPr>
          <p:cNvSpPr txBox="1"/>
          <p:nvPr/>
        </p:nvSpPr>
        <p:spPr>
          <a:xfrm>
            <a:off x="7315200" y="3309257"/>
            <a:ext cx="4038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OpenCV : Capture et </a:t>
            </a:r>
            <a:r>
              <a:rPr lang="en-US" sz="2000" b="1" dirty="0" err="1">
                <a:solidFill>
                  <a:schemeClr val="accent4">
                    <a:lumMod val="50000"/>
                  </a:schemeClr>
                </a:solidFill>
              </a:rPr>
              <a:t>traitement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 du flux </a:t>
            </a:r>
            <a:r>
              <a:rPr lang="en-US" sz="2000" b="1" dirty="0" err="1">
                <a:solidFill>
                  <a:schemeClr val="accent4">
                    <a:lumMod val="50000"/>
                  </a:schemeClr>
                </a:solidFill>
              </a:rPr>
              <a:t>vidéo</a:t>
            </a: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84289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91</Words>
  <Application>Microsoft Office PowerPoint</Application>
  <PresentationFormat>Grand écran</PresentationFormat>
  <Paragraphs>17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Israe Kourai</dc:creator>
  <cp:lastModifiedBy>Israe Kourai</cp:lastModifiedBy>
  <cp:revision>1</cp:revision>
  <dcterms:created xsi:type="dcterms:W3CDTF">2026-07-01T20:39:29Z</dcterms:created>
  <dcterms:modified xsi:type="dcterms:W3CDTF">2026-07-01T21:28:14Z</dcterms:modified>
</cp:coreProperties>
</file>